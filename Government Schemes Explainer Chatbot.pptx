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2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7860" y="639097"/>
            <a:ext cx="6904653" cy="368601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Schemes Explainer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US" sz="8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9AB299-F7B7-3BE1-8BF2-73D0BFBB3DF4}"/>
              </a:ext>
            </a:extLst>
          </p:cNvPr>
          <p:cNvSpPr txBox="1"/>
          <p:nvPr/>
        </p:nvSpPr>
        <p:spPr>
          <a:xfrm>
            <a:off x="8490857" y="4758612"/>
            <a:ext cx="3293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G. Lakshmi Prasanna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Ch. Meenakshi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S. Rishika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E. Jaya Sri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21AE4C-7645-5DA1-0381-7ABB28A4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9411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5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248D3-7F2B-420D-33A6-34BAEC0DE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8201"/>
            <a:ext cx="10241280" cy="376089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 Government schemes such as Scholarship for students, welfare programs for farmers, women etc… are designed for people. But many people struggle to access and benefit from them.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challenges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Schemes are written in legal language – hard to understand.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schemes data is scattered across multiple sources.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Official documents and articles are lengthy – people have less time &amp; patience to read.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need direct answers to specific questions (Eligibility, required documents).</a:t>
            </a:r>
          </a:p>
        </p:txBody>
      </p:sp>
    </p:spTree>
    <p:extLst>
      <p:ext uri="{BB962C8B-B14F-4D97-AF65-F5344CB8AC3E}">
        <p14:creationId xmlns:p14="http://schemas.microsoft.com/office/powerpoint/2010/main" val="311171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4DAE-949E-5CC6-42DD-08FA81DD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1073AA-2D93-A404-F4F4-8078A794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9411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RAG Do:</a:t>
            </a:r>
            <a:endParaRPr lang="en-IN" sz="5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2FAA3-6665-854E-1AF9-1C3E724B0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08201"/>
            <a:ext cx="10468947" cy="39753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official documents.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answers only from that content.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RAG – 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state and central schemes may be mixed,  Chatbot may give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outdated information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78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D6C5-394A-2F67-B6E2-8762D841E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03E928-64E7-7DF9-DA00-8402935C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9411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52B71-5867-80CB-28BA-143AB9621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08201"/>
            <a:ext cx="10468947" cy="3975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1️⃣ User question → embedding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2️⃣ Search in Vector DB (FAISS)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3️⃣ FAISS finds top matching chunks from PDFs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4️⃣ Retrieved text and question injected into prompt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5️⃣ Prompt is sent to LLM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6️⃣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generates answers to user questions in simple language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99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DBC50-DF9E-C56D-61B3-501240C3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8693F5-1665-C606-F04F-2CE802EE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8478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 Vs Our Chatbot</a:t>
            </a:r>
            <a:endParaRPr lang="en-IN" sz="5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B3156-DCBD-0CC2-F9E4-9757752FD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2120900"/>
            <a:ext cx="5467738" cy="37481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give the list of schemes. Do not give clear information and do not answer user questions.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are not giving updated information.</a:t>
            </a:r>
            <a:endParaRPr lang="en-IN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Giving unnecessary stuff rather than giving direct answers.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F6DAF6-243E-3CBB-C17F-5C22A565A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7063" y="2120900"/>
            <a:ext cx="5545492" cy="37481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chatbot will give information of schemes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Answer the queries of the user in simple language.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LLMs not just find out keyword match but also understand semantic meaning of user query and generates response.</a:t>
            </a:r>
          </a:p>
        </p:txBody>
      </p:sp>
    </p:spTree>
    <p:extLst>
      <p:ext uri="{BB962C8B-B14F-4D97-AF65-F5344CB8AC3E}">
        <p14:creationId xmlns:p14="http://schemas.microsoft.com/office/powerpoint/2010/main" val="2767310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{DFC764ED-0B52-4C6D-B569-E9B95DC96080}tf56160789_win32</Template>
  <TotalTime>260</TotalTime>
  <Words>286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Bookman Old Style</vt:lpstr>
      <vt:lpstr>Calibri</vt:lpstr>
      <vt:lpstr>Franklin Gothic Book</vt:lpstr>
      <vt:lpstr>Times New Roman</vt:lpstr>
      <vt:lpstr>Wingdings</vt:lpstr>
      <vt:lpstr>Custom</vt:lpstr>
      <vt:lpstr>Government Schemes Explainer Chatbot</vt:lpstr>
      <vt:lpstr>Problem Statement</vt:lpstr>
      <vt:lpstr>What does RAG Do:</vt:lpstr>
      <vt:lpstr>RAG Workflow</vt:lpstr>
      <vt:lpstr>Existing chatbot Vs Our Chatbot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GOGAM</dc:creator>
  <cp:lastModifiedBy>MOHAN GOGAM</cp:lastModifiedBy>
  <cp:revision>5</cp:revision>
  <dcterms:created xsi:type="dcterms:W3CDTF">2026-01-05T14:25:49Z</dcterms:created>
  <dcterms:modified xsi:type="dcterms:W3CDTF">2026-01-06T09:53:22Z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